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0:30 (cumulative 0:30). OBJECTIVE: frame the week. KEY MESSAGE: this week turned a broken controller into a measured baseline with numbers that can go in the thesis. Say: research question is whether predictive control beats reactive under human-induced base motion; the comparison is only valid if the reactive baseline is strong, so week 4 was about making the baseline real and measurable. Do not linger; move to achievements. NOTE: replace the text wordmark on every slide with the official Imperial logo asset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1:00 (cumulative 1:30). OBJECTIVE: show progress is technical, not just coding. KEY MESSAGE: the left column is the controller, the right column is what makes claims about it checkable. Emphasise cause and effect: the FK sensing path exists so the sim controller sees the same information the hardware will (Vicon torso pose + encoders), which keeps the C++ port honest. The runner keying metrics to commits is why every number later in this talk is reproducible. LIKELY QUESTION: 'what broke and why?': answer: a frame/composition regression; recovered by diffing against the last working commit rather than re-tuning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1:15 (cumulative 2:45). OBJECTIVE: explain how the controller works, inputs to outputs. KEY MESSAGE: it is a deliberately simple, explicit loop; simplicity is a feature for the C++ port and for attributing failures. Walk the boxes in order: inputs, FK composition, world-frame pose error, P/PD twist law, DLS with null-space centering, setpoint integration into position servos. All SI units internally; mm only at plot boundaries. LIKELY QUESTIONS: 'Why not torque control?': Gen3 exposes a position/velocity interface and kinematic control is safer around a human wearer; dynamics-level control is future work. 'Why DLS?': bounded qdot near singularities at the cost of tracking bias, lambda = 0.043 from the sweep. 'Why world-frame error?': the task is a world-frame pose hold; a torso-frame reference would hide exactly the disturbance we are trying to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1:15 (cumulative 4:00). OBJECTIVE: give the honest headline numbers. KEY MESSAGE: the controller holds pose stably, but a pure-feedback loop at this bandwidth only removes ~13% of the peak disturbance at 0.3 m amplitude: that gap is the thesis opportunity, not an embarrassment. Define the metric before anyone asks: rejection = 1 − (peak EE error / peak base displacement). Errors are world-frame norms; e = ref − actual. Numbers are the stage-4 sweep winner run, commit-keyed. LIKELY QUESTIONS: 'Is 126 mm not terrible?': at 0.3 m amplitude the untracked error would be ~300 mm; the point is to characterise the reactive ceiling, and rejection improves at smaller amplitude/frequency (bandwidth sweep exists as backup). 'Why peak-based rejection?': acknowledged limitation, frequency-domain characterisation is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1:00 (cumulative 5:00). OBJECTIVE: show the tuning was systematic and interpret its outcome. KEY MESSAGE: gains are no longer the bottleneck; the position-error plateau under sweep is evidence the reactive architecture, not its tuning, limits rejection: this is the empirical setup for the predictive phase. Method in one breath: four sequential stages (position gains grid, rotation gains grid, uniform scale, damping + null gain), each stage inherits the previous winner; candidates disqualified on explicit guards (settling, saturation, joint-margin, rotation-RMSE regression); all runs commit-keyed and resumable. LIKELY QUESTIONS: 'Sequential sweeps miss gain coupling': true; accepted trade for a solo builder, and the scale stage partially probes coupling. 'Why is KD so high (0.9)?': the D-term feeds forward a fraction KD/(1+KD) of base velocity, trading settle speed for rejection; measured, not hand-waved.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1:15 (cumulative 6:15). OBJECTIVE: critically analyse the controller like a researcher. KEY MESSAGE: I know exactly why it fails and can prove it: the diagnosis separated contact from singularity by phase analysis (conditioning dips at negative roll extremes, error peaks at positive extremes; sigma_min statistically identical between the healthy and failing arm). Be explicit that the initial error rise ~1 s before first touch is bandwidth lag, not contact: shows the diagnosis is honest about what contact does and does not explain. LIKELY QUESTIONS: 'Why not just add collision avoidance now?': next week, via task placement + null-space posture first, because that isolates the mechanical failure without confounding the baseline's control law. 'Does the singular home config matter on hardware?': hardware will not start at the zero configuration; still flagged because it pollutes start-up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0:45 (cumulative 7:00). OBJECTIVE: show a prioritised, falsifiable plan. KEY MESSAGE: item 1 removes the failure that dominates every metric; item 2 produces the single figure the thesis comparison will hang on. Each item has a success criterion, so next week's meeting can check them off. Close by inviting steer: does the supervisor want orientation-control refinement promoted above metric hardening? LIKELY QUESTIONS: 'When does predictive work start?': once the rejection-vs-frequency curve exists, because that curve is the baseline the predictive controller must beat. 'Hardware timeline?': C++ port begins after the reactive baseline is frozen; nothing in the control path is Python-only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World-Frame Pose Hold for a Torso-Mounted SRL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reactive baseline restored, instrumented, and quantified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MUVE Lab  ·  weekly supervisor meeting  ·  10 July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EBF1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587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Context.  </a:t>
            </a:r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the thesis pipeline: the strongest possible reactive baseline in MuJoCo (dual Kinova Gen3, world-frame task), against which predictive control will later be measured.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a measured baseline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serves one goal: a baseline strong enough that the later predictive comparison means something.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performance restored and pinned against last known-good behaviour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control math split from MuJoCo plumbing: control loop explicit, portable to C++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Pinocchio FK sensing path: EE pose composed from torso pose + joint angles, never read from MuJoCo: mirrors Vicon + encoders on hardware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Null-space joint centering added (redundancy resolution, K_NULL)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infrastructure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55648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experiment runner: every run saves metrics.json keyed to git commit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gain-sweep tool (4 stages, disqualification guards, resumable)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test modules, incl. FK checked against MuJoCo direct readings as ground truth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discipline: each verified change is one commit; behaviour diffs traced to code diffs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explicit kinematic loop on position servos: no dynamics inversion, every stage traceable and portable to C++.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EBF1F6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7218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(world frame)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mocap pose + joint angles q, base twist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47218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kinematics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T_W_E = T_W_T · T_T_K · T_K_E(q)   (Pinocchio)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41732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47218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error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ref − actual;  e_rot = axis-angle of R_ref·R_eeᵀ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26664" y="1883664"/>
            <a:ext cx="283464" cy="0"/>
          </a:xfrm>
          <a:prstGeom prst="line">
            <a:avLst/>
          </a:prstGeom>
          <a:noFill/>
          <a:ln w="22225">
            <a:solidFill>
              <a:srgbClr val="003E7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34456" y="1883664"/>
            <a:ext cx="283464" cy="0"/>
          </a:xfrm>
          <a:prstGeom prst="line">
            <a:avLst/>
          </a:prstGeom>
          <a:noFill/>
          <a:ln w="22225">
            <a:solidFill>
              <a:srgbClr val="003E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25512" y="2404872"/>
            <a:ext cx="0" cy="283464"/>
          </a:xfrm>
          <a:prstGeom prst="line">
            <a:avLst/>
          </a:prstGeom>
          <a:noFill/>
          <a:ln w="22225">
            <a:solidFill>
              <a:srgbClr val="003E7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72784" y="274320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798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Twist command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Kp·e + Kd·e_v   [m/s; rad/s], linear-first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74320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798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Damped least squares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qdot = Jᵀ(JJᵀ+λ²I)⁻¹v + null-space centering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EBF1F6"/>
          </a:solidFill>
          <a:ln w="15875">
            <a:solidFill>
              <a:srgbClr val="003E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98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+= qdot·dt → MuJoCo position servos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5934456" y="3209544"/>
            <a:ext cx="283464" cy="0"/>
          </a:xfrm>
          <a:prstGeom prst="line">
            <a:avLst/>
          </a:prstGeom>
          <a:noFill/>
          <a:ln w="22225">
            <a:solidFill>
              <a:srgbClr val="003E7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3026664" y="3209544"/>
            <a:ext cx="283464" cy="0"/>
          </a:xfrm>
          <a:prstGeom prst="line">
            <a:avLst/>
          </a:prstGeom>
          <a:noFill/>
          <a:ln w="22225">
            <a:solidFill>
              <a:srgbClr val="003E7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395020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contract.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EE pose is never read from the simulator in the control path: it is composed from the torso pose (future: Vicon) and arm FK (future: encoders). Integrating servo setpoints (ctrl += qdot·dt) makes qdot = 0 the fixed point, so gravity droop is compensated for free.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base sway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arm-symmetric pose hold, but reactive rejection is weak: the error tracks the base motion with lag.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RMSE (per arm)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170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51760" y="1673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position error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1673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RMSE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1170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40880" y="1673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peak-error rejection vs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5120640" cy="2377440"/>
          </a:xfrm>
          <a:prstGeom prst="rect">
            <a:avLst/>
          </a:prstGeom>
          <a:solidFill>
            <a:srgbClr val="F7F9FB"/>
          </a:solidFill>
          <a:ln w="12700">
            <a:solidFill>
              <a:srgbClr val="9DB4C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94360" y="22860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analysis/output/base_vs_error.png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displacement vs EE error norm, both arms: shows error locked to base phase with lag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2860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±0.3 m x-sway at 0.1 Hz (peak 0.19 m/s), 25 s evaluation after settling, both arms controlled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Left/right arms agree within 1% on every metric: no asymmetry in the contact-free case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saturation &lt; 0.5% of cycles; zero contacts in this scenario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gain sweep: tuning is saturated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halved rotation error but moved position RMSE by &lt;2%: the residual error is lag, not gain.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709160" cy="3337560"/>
          </a:xfrm>
          <a:prstGeom prst="rect">
            <a:avLst/>
          </a:prstGeom>
          <a:solidFill>
            <a:srgbClr val="F7F9FB"/>
          </a:solidFill>
          <a:ln w="12700">
            <a:solidFill>
              <a:srgbClr val="9DB4C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44348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analysis/output/gain_sweep/sweep_progression.png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Stage-by-stage metric progression (pos gains → rot gains → scale → damping/null); heatmaps in backup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88720"/>
          <a:ext cx="324612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KP_POS  [1/s]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KP_ROT  [1/s]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KD_POS / KD_ROT  [–]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 / 0.9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K_NULL  [1/s]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DLS λ  [–]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40680" y="28803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changed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RMSE: 1.08° → 0.55° (halved)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RMSE: 127.6 → 125.6 mm (−1.6%)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3–4: no candidate beat the guard thresholds: the position plateau is structural (feedback lag), which is exactly what predictive control should attack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failure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failure is mechanical, not mathematical: under torso roll, the right arm collides with the torso.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206240" cy="3337560"/>
          </a:xfrm>
          <a:prstGeom prst="rect">
            <a:avLst/>
          </a:prstGeom>
          <a:solidFill>
            <a:srgbClr val="F7F9FB"/>
          </a:solidFill>
          <a:ln w="12700">
            <a:solidFill>
              <a:srgbClr val="9DB4C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analysis/output_nocontact/A_failure_story.png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Failure-story figure: right-arm error vs roll phase with contact onset marked (diagnosis scenario: 0.1 m sway + 23° roll)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D1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failure (diagnosed, not guessed).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23° torso roll → right arm–torso contact in 77% of steps; error grows 20 → 200–320 mm on positive-roll half-cycles; servo lag hits 2.7 rad. Controller has no contact awareness. Left arm: zero contacts, tracks throughout.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limits.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6 camps on its position limit on both arms; DLS has no limit-avoidance term.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 at start-up.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home configuration is rank-3 (σ_min ≈ 0); convergence relies on the transient escaping it.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Assumptions.  </a:t>
            </a:r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state, zero latency, kinematic control (dynamic coupling ignored), scripted single-axis sinusoids only, peak-based rejection metric.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256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College London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order: remove the dominant failure mode, then make the evidence thesis-grade.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MUVE Lab  ·  MSc project  ·  Week 4  ·  10 Jul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003E7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Collision-aware task placement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Re-site task poses + bias null-space posture away from the torso; re-run the roll scenario. Success: zero contact occupancy, right arm matches left.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310896" cy="310896"/>
          </a:xfrm>
          <a:prstGeom prst="ellipse">
            <a:avLst/>
          </a:prstGeom>
          <a:solidFill>
            <a:srgbClr val="003E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Disturbance realism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Multi-axis sway + roll; amplitude/frequency grid → rejection-vs-frequency curve. This quantifies the reactive bandwidth ceiling the thesis argues against.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310896" cy="310896"/>
          </a:xfrm>
          <a:prstGeom prst="ellipse">
            <a:avLst/>
          </a:prstGeom>
          <a:solidFill>
            <a:srgbClr val="003E7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hardening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Frequency-domain rejection (not peak-only), settle criteria tightened, per-axis error reporting for the thesis plots.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310896" cy="310896"/>
          </a:xfrm>
          <a:prstGeom prst="ellipse">
            <a:avLst/>
          </a:prstGeom>
          <a:solidFill>
            <a:srgbClr val="003E7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9417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depth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ground-truth checks (velocity path already validated against finite differences) to the error and DLS stages.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1207008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EB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716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3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at next meeting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Rejection-vs-frequency plot and a collision-free repeat of this week's scenario, same commit-keyed pipeline.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deferred</a:t>
            </a:r>
            <a:endParaRPr lang="en-US" sz="10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Predictive/MPC work, C++ port, visualisation polish: out of scope until the baseline is defensible.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4 - Reactive baseline for a torso-mounted SRL</dc:title>
  <dc:subject>PptxGenJS Presentation</dc:subject>
  <dc:creator>Christian</dc:creator>
  <cp:lastModifiedBy>Christian</cp:lastModifiedBy>
  <cp:revision>1</cp:revision>
  <dcterms:created xsi:type="dcterms:W3CDTF">2026-07-10T12:35:01Z</dcterms:created>
  <dcterms:modified xsi:type="dcterms:W3CDTF">2026-07-10T12:35:01Z</dcterms:modified>
</cp:coreProperties>
</file>